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1"/>
  </p:notesMasterIdLst>
  <p:sldIdLst>
    <p:sldId id="256" r:id="rId5"/>
    <p:sldId id="257" r:id="rId6"/>
    <p:sldId id="258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59" r:id="rId16"/>
    <p:sldId id="274" r:id="rId17"/>
    <p:sldId id="260" r:id="rId18"/>
    <p:sldId id="261" r:id="rId19"/>
    <p:sldId id="26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57"/>
            <p14:sldId id="258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59"/>
            <p14:sldId id="274"/>
            <p14:sldId id="260"/>
            <p14:sldId id="261"/>
            <p14:sldId id="262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PHP and AJAX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Eman</a:t>
            </a:r>
            <a:r>
              <a:rPr lang="en-US" dirty="0" smtClean="0"/>
              <a:t> </a:t>
            </a:r>
            <a:r>
              <a:rPr lang="en-US" dirty="0" err="1" smtClean="0"/>
              <a:t>Gumayagay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10263691" cy="4351338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AJAX </a:t>
            </a:r>
            <a:r>
              <a:rPr lang="en-US" sz="2400" b="1" dirty="0"/>
              <a:t>(Asynchronous JavaScript and XML) </a:t>
            </a:r>
            <a:r>
              <a:rPr lang="en-US" sz="2400" dirty="0"/>
              <a:t>is a technique for creating fast and dynamic web pages</a:t>
            </a:r>
            <a:r>
              <a:rPr lang="en-US" sz="2400" dirty="0" smtClean="0"/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It allows web pages to </a:t>
            </a:r>
            <a:r>
              <a:rPr lang="en-US" sz="2400" b="1" dirty="0"/>
              <a:t>update asynchronously</a:t>
            </a:r>
            <a:r>
              <a:rPr lang="en-US" sz="2400" dirty="0"/>
              <a:t> by exchanging data with a server </a:t>
            </a:r>
            <a:r>
              <a:rPr lang="en-US" sz="2400" b="1" dirty="0"/>
              <a:t>behind</a:t>
            </a:r>
            <a:r>
              <a:rPr lang="en-US" sz="2400" dirty="0"/>
              <a:t> the scenes</a:t>
            </a:r>
            <a:r>
              <a:rPr lang="en-US" sz="2400" dirty="0" smtClean="0"/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This means parts of a page can be </a:t>
            </a:r>
            <a:r>
              <a:rPr lang="en-US" sz="2400" b="1" dirty="0"/>
              <a:t>updated</a:t>
            </a:r>
            <a:r>
              <a:rPr lang="en-US" sz="2400" dirty="0"/>
              <a:t> </a:t>
            </a:r>
            <a:r>
              <a:rPr lang="en-US" sz="2400" b="1" dirty="0"/>
              <a:t>without</a:t>
            </a:r>
            <a:r>
              <a:rPr lang="en-US" sz="2400" dirty="0"/>
              <a:t> </a:t>
            </a:r>
            <a:r>
              <a:rPr lang="en-US" sz="2400" b="1" dirty="0"/>
              <a:t>reloading</a:t>
            </a:r>
            <a:r>
              <a:rPr lang="en-US" sz="2400" dirty="0"/>
              <a:t> the entire </a:t>
            </a:r>
            <a:r>
              <a:rPr lang="en-US" sz="2400" b="1" dirty="0"/>
              <a:t>page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389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AJAX Works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10263691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 user triggers an event (e.g., clicking a button).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JavaScript sends an HTTP request to the server (usually using </a:t>
            </a:r>
            <a:r>
              <a:rPr lang="en-US" sz="2400" b="1" dirty="0" err="1"/>
              <a:t>XMLHttpRequest</a:t>
            </a:r>
            <a:r>
              <a:rPr lang="en-US" sz="2400" dirty="0"/>
              <a:t> or </a:t>
            </a:r>
            <a:r>
              <a:rPr lang="en-US" sz="2400" b="1" dirty="0"/>
              <a:t>Fetch API</a:t>
            </a:r>
            <a:r>
              <a:rPr lang="en-US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server (PHP) processes the request and returns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JavaScript processes the response and updates the page dynamically.</a:t>
            </a:r>
          </a:p>
        </p:txBody>
      </p:sp>
    </p:spTree>
    <p:extLst>
      <p:ext uri="{BB962C8B-B14F-4D97-AF65-F5344CB8AC3E}">
        <p14:creationId xmlns:p14="http://schemas.microsoft.com/office/powerpoint/2010/main" val="259315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XMLHttpRequest</a:t>
            </a:r>
            <a:r>
              <a:rPr lang="en-US" dirty="0"/>
              <a:t>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4166385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err="1"/>
              <a:t>XMLHttpRequest</a:t>
            </a:r>
            <a:r>
              <a:rPr lang="en-US" sz="2800" b="1" dirty="0"/>
              <a:t> (XHR)</a:t>
            </a:r>
            <a:r>
              <a:rPr lang="en-US" sz="2800" dirty="0"/>
              <a:t> is an API used to send and receive data </a:t>
            </a:r>
            <a:r>
              <a:rPr lang="en-US" sz="2800" b="1" dirty="0"/>
              <a:t>asynchronously</a:t>
            </a:r>
            <a:r>
              <a:rPr lang="en-US" sz="2800" dirty="0"/>
              <a:t> from a server.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It allows JavaScript to communicate with the server without refreshing the page.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450" y="4355357"/>
            <a:ext cx="5080884" cy="197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HTTP?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4166385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err="1"/>
              <a:t>HyperText</a:t>
            </a:r>
            <a:r>
              <a:rPr lang="en-US" sz="2800" b="1" dirty="0"/>
              <a:t> Transfer Protocol (HTTP) </a:t>
            </a:r>
            <a:r>
              <a:rPr lang="en-US" sz="2800" dirty="0"/>
              <a:t>is the foundation of data communication on the web.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It enables the transfer of data between clients (browsers) and servers</a:t>
            </a:r>
            <a:r>
              <a:rPr lang="en-US" sz="2800" dirty="0" smtClean="0"/>
              <a:t>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err="1" smtClean="0"/>
              <a:t>Eg</a:t>
            </a:r>
            <a:r>
              <a:rPr lang="en-US" sz="2800" b="1" dirty="0" smtClean="0"/>
              <a:t>: http://localhost/phpmyadmin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4818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HTTPS?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4166385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err="1"/>
              <a:t>HyperText</a:t>
            </a:r>
            <a:r>
              <a:rPr lang="en-US" sz="2800" b="1" dirty="0"/>
              <a:t> Transfer Protocol Secure (HTTPS) </a:t>
            </a:r>
            <a:r>
              <a:rPr lang="en-US" sz="2800" dirty="0"/>
              <a:t>is an </a:t>
            </a:r>
            <a:r>
              <a:rPr lang="en-US" sz="2800" b="1" dirty="0"/>
              <a:t>encrypted</a:t>
            </a:r>
            <a:r>
              <a:rPr lang="en-US" sz="2800" dirty="0"/>
              <a:t> version of HTTP.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It uses </a:t>
            </a:r>
            <a:r>
              <a:rPr lang="en-US" sz="2800" b="1" dirty="0"/>
              <a:t>SSL/TLS</a:t>
            </a:r>
            <a:r>
              <a:rPr lang="en-US" sz="2800" dirty="0"/>
              <a:t> encryption to secure data from hackers</a:t>
            </a:r>
            <a:r>
              <a:rPr lang="en-US" sz="2800" dirty="0" smtClean="0"/>
              <a:t>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err="1" smtClean="0"/>
              <a:t>Eg</a:t>
            </a:r>
            <a:r>
              <a:rPr lang="en-US" sz="2800" dirty="0" smtClean="0"/>
              <a:t>: https://facebook.com/profile.php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395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Methods: </a:t>
            </a:r>
            <a:r>
              <a:rPr lang="en-US" dirty="0" smtClean="0"/>
              <a:t>GET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1" y="1825625"/>
            <a:ext cx="10425055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/>
              <a:t>GET </a:t>
            </a:r>
            <a:r>
              <a:rPr lang="en-US" sz="2800" dirty="0"/>
              <a:t>is used to request data from the server.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Data is sent in the URL (query string</a:t>
            </a:r>
            <a:r>
              <a:rPr lang="en-US" sz="2800" dirty="0" smtClean="0"/>
              <a:t>).</a:t>
            </a:r>
          </a:p>
          <a:p>
            <a:r>
              <a:rPr lang="en-US" sz="2800" b="1" dirty="0"/>
              <a:t>Best for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✅ Fetching data</a:t>
            </a:r>
            <a:br>
              <a:rPr lang="en-US" sz="2800" dirty="0"/>
            </a:br>
            <a:r>
              <a:rPr lang="en-US" sz="2800" dirty="0"/>
              <a:t>✅ Search queries</a:t>
            </a:r>
            <a:br>
              <a:rPr lang="en-US" sz="2800" dirty="0"/>
            </a:br>
            <a:r>
              <a:rPr lang="en-US" sz="2800" dirty="0"/>
              <a:t>✅ Simple requests</a:t>
            </a:r>
            <a:endParaRPr lang="en-US" sz="2800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822" y="3844596"/>
            <a:ext cx="7804663" cy="112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1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Methods: </a:t>
            </a:r>
            <a:r>
              <a:rPr lang="en-US" dirty="0" smtClean="0"/>
              <a:t>GET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1" y="1825625"/>
            <a:ext cx="10425055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/>
              <a:t>GET </a:t>
            </a:r>
            <a:r>
              <a:rPr lang="en-US" sz="2800" dirty="0"/>
              <a:t>is used to request data from the server.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Data is sent in the URL (query string</a:t>
            </a:r>
            <a:r>
              <a:rPr lang="en-US" sz="2800" dirty="0" smtClean="0"/>
              <a:t>).</a:t>
            </a:r>
          </a:p>
          <a:p>
            <a:r>
              <a:rPr lang="en-US" sz="2800" b="1" dirty="0"/>
              <a:t>Best for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✅ Fetching data</a:t>
            </a:r>
            <a:br>
              <a:rPr lang="en-US" sz="2800" dirty="0"/>
            </a:br>
            <a:r>
              <a:rPr lang="en-US" sz="2800" dirty="0"/>
              <a:t>✅ Search queries</a:t>
            </a:r>
            <a:br>
              <a:rPr lang="en-US" sz="2800" dirty="0"/>
            </a:br>
            <a:r>
              <a:rPr lang="en-US" sz="2800" dirty="0"/>
              <a:t>✅ Simple requests</a:t>
            </a:r>
            <a:endParaRPr lang="en-US" sz="2800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822" y="3844596"/>
            <a:ext cx="7804663" cy="112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5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Methods: </a:t>
            </a:r>
            <a:r>
              <a:rPr lang="en-US" dirty="0" smtClean="0"/>
              <a:t>POST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1" y="1825625"/>
            <a:ext cx="10425055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POST is used to send data to the server.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Data is sent in the request body (not visible in URL</a:t>
            </a:r>
            <a:r>
              <a:rPr lang="en-US" sz="2800" dirty="0" smtClean="0"/>
              <a:t>).</a:t>
            </a:r>
          </a:p>
          <a:p>
            <a:r>
              <a:rPr lang="en-US" sz="2800" b="1" dirty="0" smtClean="0"/>
              <a:t>Best </a:t>
            </a:r>
            <a:r>
              <a:rPr lang="en-US" sz="2800" b="1" dirty="0"/>
              <a:t>for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✅ Submitting forms</a:t>
            </a:r>
            <a:br>
              <a:rPr lang="en-US" sz="2800" dirty="0"/>
            </a:br>
            <a:r>
              <a:rPr lang="en-US" sz="2800" dirty="0"/>
              <a:t>✅ Secure data transfer</a:t>
            </a:r>
            <a:br>
              <a:rPr lang="en-US" sz="2800" dirty="0"/>
            </a:br>
            <a:r>
              <a:rPr lang="en-US" sz="2800" dirty="0"/>
              <a:t>✅ Large data submission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6213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vs POST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4" y="2288400"/>
            <a:ext cx="10946875" cy="328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1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vs POST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4" y="2288400"/>
            <a:ext cx="10946875" cy="328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0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PHP &amp; AJAX </a:t>
            </a:r>
            <a:r>
              <a:rPr lang="en-US" dirty="0" smtClean="0"/>
              <a:t>Example: GET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1724399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Here were getting DATA from a website </a:t>
            </a:r>
            <a:r>
              <a:rPr lang="en-US" sz="2400" dirty="0" err="1" smtClean="0"/>
              <a:t>php</a:t>
            </a:r>
            <a:r>
              <a:rPr lang="en-US" sz="2400" dirty="0" smtClean="0"/>
              <a:t> page using </a:t>
            </a:r>
            <a:r>
              <a:rPr lang="en-US" sz="2400" b="1" dirty="0" err="1" smtClean="0"/>
              <a:t>XMLHttpRequest</a:t>
            </a:r>
            <a:r>
              <a:rPr lang="en-US" sz="2400" b="1" dirty="0" smtClean="0"/>
              <a:t>(), </a:t>
            </a:r>
            <a:r>
              <a:rPr lang="en-US" sz="2400" dirty="0" smtClean="0"/>
              <a:t>and were passing the name value as John, PHP file will verify and will echo and </a:t>
            </a:r>
            <a:r>
              <a:rPr lang="en-US" sz="2400" b="1" dirty="0" smtClean="0"/>
              <a:t>AJAX </a:t>
            </a:r>
            <a:r>
              <a:rPr lang="en-US" sz="2400" dirty="0" smtClean="0"/>
              <a:t>will return the value as a result.</a:t>
            </a: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807756"/>
            <a:ext cx="5562600" cy="24312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505" y="4952975"/>
            <a:ext cx="4772691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2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PHP &amp; AJAX </a:t>
            </a:r>
            <a:r>
              <a:rPr lang="en-US" dirty="0" smtClean="0"/>
              <a:t>Example: POST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1724399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Here were getting DATA from a website </a:t>
            </a:r>
            <a:r>
              <a:rPr lang="en-US" sz="2400" dirty="0" err="1" smtClean="0"/>
              <a:t>php</a:t>
            </a:r>
            <a:r>
              <a:rPr lang="en-US" sz="2400" dirty="0" smtClean="0"/>
              <a:t> page using </a:t>
            </a:r>
            <a:r>
              <a:rPr lang="en-US" sz="2400" b="1" dirty="0" err="1" smtClean="0"/>
              <a:t>XMLHttpRequest</a:t>
            </a:r>
            <a:r>
              <a:rPr lang="en-US" sz="2400" b="1" dirty="0" smtClean="0"/>
              <a:t>(), </a:t>
            </a:r>
            <a:r>
              <a:rPr lang="en-US" sz="2400" dirty="0" smtClean="0"/>
              <a:t>and were passing values from a query string, as a FORM, PHP will process it and returns a value</a:t>
            </a:r>
            <a:endParaRPr lang="en-US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505" y="4952975"/>
            <a:ext cx="4772691" cy="12860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638341"/>
            <a:ext cx="5572903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99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Fetch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172439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We can also use </a:t>
            </a:r>
            <a:r>
              <a:rPr lang="en-US" sz="2400" b="1" dirty="0" smtClean="0"/>
              <a:t>fetch </a:t>
            </a:r>
            <a:r>
              <a:rPr lang="en-US" sz="2400" dirty="0" err="1" smtClean="0"/>
              <a:t>api</a:t>
            </a:r>
            <a:r>
              <a:rPr lang="en-US" sz="2400" dirty="0" smtClean="0"/>
              <a:t> to make an AJAX Request to the server, it helps returns the data without reloading the site.</a:t>
            </a:r>
            <a:endParaRPr lang="en-US" sz="2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32466"/>
            <a:ext cx="5502099" cy="19057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366" y="4032465"/>
            <a:ext cx="5132734" cy="159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0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PHP with AJAX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4166385"/>
          </a:xfrm>
        </p:spPr>
        <p:txBody>
          <a:bodyPr>
            <a:normAutofit/>
          </a:bodyPr>
          <a:lstStyle/>
          <a:p>
            <a:r>
              <a:rPr lang="en-US" sz="2800" dirty="0"/>
              <a:t>✔️ </a:t>
            </a:r>
            <a:r>
              <a:rPr lang="en-US" sz="2800" b="1" dirty="0"/>
              <a:t>Faster Performance</a:t>
            </a:r>
            <a:r>
              <a:rPr lang="en-US" sz="2800" dirty="0"/>
              <a:t> – Only necessary data is updated.</a:t>
            </a:r>
            <a:br>
              <a:rPr lang="en-US" sz="2800" dirty="0"/>
            </a:br>
            <a:r>
              <a:rPr lang="en-US" sz="2800" dirty="0"/>
              <a:t>✔️ </a:t>
            </a:r>
            <a:r>
              <a:rPr lang="en-US" sz="2800" b="1" dirty="0"/>
              <a:t>Better User Experience</a:t>
            </a:r>
            <a:r>
              <a:rPr lang="en-US" sz="2800" dirty="0"/>
              <a:t> – No page reloads.</a:t>
            </a:r>
            <a:br>
              <a:rPr lang="en-US" sz="2800" dirty="0"/>
            </a:br>
            <a:r>
              <a:rPr lang="en-US" sz="2800" dirty="0"/>
              <a:t>✔️ </a:t>
            </a:r>
            <a:r>
              <a:rPr lang="en-US" sz="2800" b="1" dirty="0"/>
              <a:t>Efficient Server Communication</a:t>
            </a:r>
            <a:r>
              <a:rPr lang="en-US" sz="2800" dirty="0"/>
              <a:t> – Reduces server load.</a:t>
            </a:r>
            <a:br>
              <a:rPr lang="en-US" sz="2800" dirty="0"/>
            </a:br>
            <a:r>
              <a:rPr lang="en-US" sz="2800" dirty="0"/>
              <a:t>✔️ </a:t>
            </a:r>
            <a:r>
              <a:rPr lang="en-US" sz="2800" b="1" dirty="0"/>
              <a:t>Easy Integration</a:t>
            </a:r>
            <a:r>
              <a:rPr lang="en-US" sz="2800" dirty="0"/>
              <a:t> – PHP handles data processing easily.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8678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263691" cy="4166385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Live Search (Google Suggest)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Auto-Saving Forms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Real-Time Chat Applications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Dynamic Content Loading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15551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10176163" cy="4351338"/>
          </a:xfrm>
        </p:spPr>
        <p:txBody>
          <a:bodyPr/>
          <a:lstStyle/>
          <a:p>
            <a:r>
              <a:rPr lang="en-US" dirty="0" smtClean="0"/>
              <a:t>YEYYYYYYYYYYYYYYYYYYYYYYYYYYYYYYYYYYYYYYYYYYYYYYYYYYYYYYYYYY!!!!!!!!!!!!!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189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Database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2910839" cy="416638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Create new Database: </a:t>
            </a:r>
            <a:r>
              <a:rPr lang="en-US" sz="2800" dirty="0" err="1" smtClean="0"/>
              <a:t>phpmyadmin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159" y="1753306"/>
            <a:ext cx="6406566" cy="268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87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Users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2910839" cy="416638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Create new Table: users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528" y="2072410"/>
            <a:ext cx="715427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64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Columns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616737" cy="100070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Don’t forget the A.I [</a:t>
            </a:r>
            <a:r>
              <a:rPr lang="en-US" sz="2800" b="1" dirty="0" smtClean="0"/>
              <a:t>AUTO INCREMENT</a:t>
            </a:r>
            <a:r>
              <a:rPr lang="en-US" sz="2800" dirty="0" smtClean="0"/>
              <a:t>] at </a:t>
            </a:r>
            <a:r>
              <a:rPr lang="en-US" sz="2800" dirty="0" err="1" smtClean="0"/>
              <a:t>user_id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005205"/>
            <a:ext cx="7727261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49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Columns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616737" cy="100070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Don’t forget the A.I [</a:t>
            </a:r>
            <a:r>
              <a:rPr lang="en-US" sz="2800" b="1" dirty="0" smtClean="0"/>
              <a:t>AUTO INCREMENT</a:t>
            </a:r>
            <a:r>
              <a:rPr lang="en-US" sz="2800" dirty="0" smtClean="0"/>
              <a:t>] at </a:t>
            </a:r>
            <a:r>
              <a:rPr lang="en-US" sz="2800" dirty="0" err="1" smtClean="0"/>
              <a:t>user_id</a:t>
            </a:r>
            <a:r>
              <a:rPr lang="en-US" sz="2800" dirty="0" smtClean="0"/>
              <a:t>, after, save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005205"/>
            <a:ext cx="7727261" cy="3378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113" y="3306910"/>
            <a:ext cx="2600688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9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Activity Folder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10616737" cy="1557656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 smtClean="0"/>
              <a:t>On your File Explorer, create your folder inside, </a:t>
            </a:r>
            <a:r>
              <a:rPr lang="en-US" sz="2800" dirty="0" err="1" smtClean="0"/>
              <a:t>htdocs</a:t>
            </a:r>
            <a:r>
              <a:rPr lang="en-US" sz="2800" dirty="0" smtClean="0"/>
              <a:t> at XAMPP, after that open your folder at VS Code</a:t>
            </a:r>
          </a:p>
          <a:p>
            <a:r>
              <a:rPr lang="en-US" sz="2800" dirty="0" err="1" smtClean="0"/>
              <a:t>Eg</a:t>
            </a:r>
            <a:r>
              <a:rPr lang="en-US" sz="2800" dirty="0" smtClean="0"/>
              <a:t>: C://xampp/htdocs/</a:t>
            </a:r>
            <a:r>
              <a:rPr lang="en-US" sz="2800" b="1" dirty="0" smtClean="0"/>
              <a:t>YOUR FOLDER</a:t>
            </a:r>
            <a:endParaRPr lang="en-US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83" y="3443083"/>
            <a:ext cx="4172532" cy="26387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17" y="3746061"/>
            <a:ext cx="528711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35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Files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5329843" cy="4292542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Now on your VS Code, </a:t>
            </a:r>
          </a:p>
          <a:p>
            <a:r>
              <a:rPr lang="en-US" sz="2800" b="1" dirty="0" smtClean="0"/>
              <a:t>Create multiple files</a:t>
            </a:r>
          </a:p>
          <a:p>
            <a:r>
              <a:rPr lang="en-US" sz="2800" dirty="0" err="1" smtClean="0"/>
              <a:t>Connection.php</a:t>
            </a:r>
            <a:r>
              <a:rPr lang="en-US" sz="2800" dirty="0" smtClean="0"/>
              <a:t> – for our connection</a:t>
            </a:r>
          </a:p>
          <a:p>
            <a:r>
              <a:rPr lang="en-US" sz="2800" dirty="0" err="1" smtClean="0"/>
              <a:t>Fetch.php</a:t>
            </a:r>
            <a:r>
              <a:rPr lang="en-US" sz="2800" dirty="0" smtClean="0"/>
              <a:t> – to fetch from database</a:t>
            </a:r>
          </a:p>
          <a:p>
            <a:r>
              <a:rPr lang="en-US" sz="2800" dirty="0" err="1" smtClean="0"/>
              <a:t>Index.php</a:t>
            </a:r>
            <a:r>
              <a:rPr lang="en-US" sz="2800" dirty="0" smtClean="0"/>
              <a:t> – main file</a:t>
            </a:r>
          </a:p>
          <a:p>
            <a:r>
              <a:rPr lang="en-US" sz="2800" dirty="0" err="1" smtClean="0"/>
              <a:t>Insert.php</a:t>
            </a:r>
            <a:r>
              <a:rPr lang="en-US" sz="2800" dirty="0" smtClean="0"/>
              <a:t> – to insert data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80" y="1825623"/>
            <a:ext cx="5087458" cy="429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51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Connection.php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Now </a:t>
            </a:r>
            <a:r>
              <a:rPr lang="en-US" sz="2800" dirty="0" err="1" smtClean="0"/>
              <a:t>istablish</a:t>
            </a:r>
            <a:r>
              <a:rPr lang="en-US" sz="2800" dirty="0" smtClean="0"/>
              <a:t> your MySQL Connection in </a:t>
            </a:r>
            <a:r>
              <a:rPr lang="en-US" sz="2800" dirty="0" err="1" smtClean="0"/>
              <a:t>connection.php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95" y="2207230"/>
            <a:ext cx="687801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59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Index.php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Include your connection to you main File: </a:t>
            </a:r>
            <a:r>
              <a:rPr lang="en-US" sz="2800" dirty="0" err="1" smtClean="0"/>
              <a:t>index.php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827" y="2066342"/>
            <a:ext cx="5155428" cy="391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0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UI: HTML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Design your HTML Form, include fields </a:t>
            </a:r>
            <a:r>
              <a:rPr lang="en-US" sz="2800" b="1" dirty="0" smtClean="0"/>
              <a:t>username</a:t>
            </a:r>
            <a:r>
              <a:rPr lang="en-US" sz="2800" dirty="0" smtClean="0"/>
              <a:t>, </a:t>
            </a:r>
            <a:r>
              <a:rPr lang="en-US" sz="2800" b="1" dirty="0" smtClean="0"/>
              <a:t>password</a:t>
            </a:r>
            <a:r>
              <a:rPr lang="en-US" sz="2800" dirty="0" smtClean="0"/>
              <a:t>, </a:t>
            </a:r>
            <a:r>
              <a:rPr lang="en-US" sz="2800" b="1" dirty="0" err="1" smtClean="0"/>
              <a:t>display_name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93" y="1412215"/>
            <a:ext cx="4825816" cy="52961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750" y="4483586"/>
            <a:ext cx="2331051" cy="210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47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Scripts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Add JavaScript scripts, to integrate with PHP, </a:t>
            </a:r>
            <a:r>
              <a:rPr lang="en-US" sz="2800" dirty="0" err="1" smtClean="0"/>
              <a:t>insert.php</a:t>
            </a:r>
            <a:endParaRPr lang="en-US" sz="2800" dirty="0" smtClean="0"/>
          </a:p>
          <a:p>
            <a:r>
              <a:rPr lang="en-US" sz="2800" b="1" dirty="0" smtClean="0"/>
              <a:t>Were sending query string to the server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780" y="1608702"/>
            <a:ext cx="5486202" cy="488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67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Registration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 your </a:t>
            </a:r>
            <a:r>
              <a:rPr lang="en-US" sz="2800" dirty="0" err="1" smtClean="0"/>
              <a:t>insert.php</a:t>
            </a:r>
            <a:r>
              <a:rPr lang="en-US" sz="2800" dirty="0" smtClean="0"/>
              <a:t>,</a:t>
            </a:r>
          </a:p>
          <a:p>
            <a:r>
              <a:rPr lang="en-US" sz="2800" dirty="0" smtClean="0"/>
              <a:t>Create a query that will insert a user if it doesn’t exists yet! For added security.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31" y="1825624"/>
            <a:ext cx="6356070" cy="398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6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Now if we test at the browser, after submitting we can see a alert </a:t>
            </a:r>
            <a:r>
              <a:rPr lang="en-US" sz="2800" dirty="0" err="1" smtClean="0"/>
              <a:t>notif</a:t>
            </a:r>
            <a:r>
              <a:rPr lang="en-US" sz="2800" dirty="0" smtClean="0"/>
              <a:t>, and the data is being inserted on the background.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81" y="1883813"/>
            <a:ext cx="2972215" cy="27435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7" y="2030112"/>
            <a:ext cx="2807811" cy="11275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084" y="4349945"/>
            <a:ext cx="5534780" cy="190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71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FETCHING in Background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After submitting the form, we want to update our table, so add another function that runs after the execution of </a:t>
            </a:r>
            <a:r>
              <a:rPr lang="en-US" sz="2800" b="1" dirty="0" err="1" smtClean="0"/>
              <a:t>registerUser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744" y="1651233"/>
            <a:ext cx="4840780" cy="48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71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FETCHING in Background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Use GET </a:t>
            </a:r>
            <a:r>
              <a:rPr lang="en-US" sz="2800" dirty="0" err="1" smtClean="0"/>
              <a:t>XMLHttpRequest</a:t>
            </a:r>
            <a:r>
              <a:rPr lang="en-US" sz="2800" dirty="0" smtClean="0"/>
              <a:t> to request to server;</a:t>
            </a:r>
          </a:p>
          <a:p>
            <a:r>
              <a:rPr lang="en-US" sz="2800" b="1" dirty="0" smtClean="0"/>
              <a:t>NOTE: WERE ONLY USING GET, IF WE DON’T HAVE ANY TO PASS FROM DATABASE.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368" y="1825624"/>
            <a:ext cx="7059010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9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Fetch.php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Add background functionalities that gets user, and display to table.</a:t>
            </a:r>
            <a:endParaRPr lang="en-US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121" y="1966370"/>
            <a:ext cx="6471926" cy="322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87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Test again, </a:t>
            </a:r>
            <a:endParaRPr lang="en-US" sz="2800" b="1" dirty="0" smtClean="0"/>
          </a:p>
          <a:p>
            <a:r>
              <a:rPr lang="en-US" sz="2800" b="1" dirty="0" smtClean="0"/>
              <a:t>After registering it will update our table.</a:t>
            </a:r>
            <a:endParaRPr lang="en-US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63" y="1825624"/>
            <a:ext cx="2905530" cy="2505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068" y="2334525"/>
            <a:ext cx="2903865" cy="10321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935" y="3385222"/>
            <a:ext cx="2502524" cy="297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54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As we can see here, when the page is loaded, the users isn’t loading yet, so we need to display them first.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100" y="1614234"/>
            <a:ext cx="337232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34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DISPLAY using Fetch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3617421" cy="429254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So include your </a:t>
            </a:r>
            <a:r>
              <a:rPr lang="en-US" sz="2800" dirty="0" err="1" smtClean="0"/>
              <a:t>fetch.php</a:t>
            </a:r>
            <a:r>
              <a:rPr lang="en-US" sz="2800" dirty="0" smtClean="0"/>
              <a:t> inside the </a:t>
            </a:r>
            <a:r>
              <a:rPr lang="en-US" sz="2800" dirty="0" err="1" smtClean="0"/>
              <a:t>tbody</a:t>
            </a:r>
            <a:r>
              <a:rPr lang="en-US" sz="2800" dirty="0" smtClean="0"/>
              <a:t>, it will run again the fetch and return it’s value, and then appended to the table.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726" y="1825624"/>
            <a:ext cx="4610743" cy="3419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594" y="3201390"/>
            <a:ext cx="268642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57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YEYYYYYYYYYYYYYYYYYYYY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1" y="1825625"/>
            <a:ext cx="10242664" cy="4351338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HAPPY CODING!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00192295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66</TotalTime>
  <Words>807</Words>
  <Application>Microsoft Office PowerPoint</Application>
  <PresentationFormat>Widescreen</PresentationFormat>
  <Paragraphs>100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Courier New</vt:lpstr>
      <vt:lpstr>Segoe UI</vt:lpstr>
      <vt:lpstr>Segoe UI Light</vt:lpstr>
      <vt:lpstr>WelcomeDoc</vt:lpstr>
      <vt:lpstr>PHP and AJAX</vt:lpstr>
      <vt:lpstr>What is AJAX</vt:lpstr>
      <vt:lpstr>How AJAX Works</vt:lpstr>
      <vt:lpstr>What is XMLHttpRequest?</vt:lpstr>
      <vt:lpstr>WHAT is HTTP?</vt:lpstr>
      <vt:lpstr>WHAT is HTTPS?</vt:lpstr>
      <vt:lpstr>HTTP Methods: GET</vt:lpstr>
      <vt:lpstr>HTTP Methods: GET</vt:lpstr>
      <vt:lpstr>HTTP Methods: POST</vt:lpstr>
      <vt:lpstr>GET vs POST</vt:lpstr>
      <vt:lpstr>GET vs POST</vt:lpstr>
      <vt:lpstr>Simple PHP &amp; AJAX Example: GET</vt:lpstr>
      <vt:lpstr>Simple PHP &amp; AJAX Example: POST</vt:lpstr>
      <vt:lpstr>AJAX Fetch API</vt:lpstr>
      <vt:lpstr>Advantages of Using PHP with AJAX</vt:lpstr>
      <vt:lpstr>Real-World Applications</vt:lpstr>
      <vt:lpstr>APPLICATION</vt:lpstr>
      <vt:lpstr>Create Database</vt:lpstr>
      <vt:lpstr>Create Users Table</vt:lpstr>
      <vt:lpstr>Create Columns Table</vt:lpstr>
      <vt:lpstr>Create Columns Table</vt:lpstr>
      <vt:lpstr>Create Activity Folder</vt:lpstr>
      <vt:lpstr>Create Files</vt:lpstr>
      <vt:lpstr>Connection.php</vt:lpstr>
      <vt:lpstr>Index.php</vt:lpstr>
      <vt:lpstr>Create UI: HTML</vt:lpstr>
      <vt:lpstr>Add Scripts</vt:lpstr>
      <vt:lpstr>Registration</vt:lpstr>
      <vt:lpstr>TEST</vt:lpstr>
      <vt:lpstr>FETCHING in Background</vt:lpstr>
      <vt:lpstr>FETCHING in Background</vt:lpstr>
      <vt:lpstr>Fetch.php</vt:lpstr>
      <vt:lpstr>TEST</vt:lpstr>
      <vt:lpstr>DISPLAY</vt:lpstr>
      <vt:lpstr>DISPLAY using Fetch</vt:lpstr>
      <vt:lpstr>YEYYYYYYYYYYYYYYYYYYYY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and AJAX</dc:title>
  <dc:creator>Jhon Orlan Tero</dc:creator>
  <cp:keywords/>
  <cp:lastModifiedBy>Jhon Orlan Tero</cp:lastModifiedBy>
  <cp:revision>8</cp:revision>
  <dcterms:created xsi:type="dcterms:W3CDTF">2025-02-11T21:10:48Z</dcterms:created>
  <dcterms:modified xsi:type="dcterms:W3CDTF">2025-02-11T22:17:05Z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